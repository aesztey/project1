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6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lapértelmezett szakasz" id="{35E0A01B-153C-4555-9DF2-ABE1FCE4E4D6}">
          <p14:sldIdLst>
            <p14:sldId id="256"/>
            <p14:sldId id="257"/>
            <p14:sldId id="266"/>
            <p14:sldId id="258"/>
            <p14:sldId id="259"/>
            <p14:sldId id="260"/>
            <p14:sldId id="261"/>
            <p14:sldId id="262"/>
            <p14:sldId id="263"/>
            <p14:sldId id="264"/>
            <p14:sldId id="267"/>
            <p14:sldId id="268"/>
            <p14:sldId id="269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82CB44D-9F2C-43FD-AA7B-5B6F378222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7502C66E-7E7E-4089-974A-8ADD17C119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BA473895-70B0-4955-8EAF-31746ABB9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BE1C6-75EC-4499-9A91-7675C3082B65}" type="datetimeFigureOut">
              <a:rPr lang="hu-HU" smtClean="0"/>
              <a:t>2025. 11. 05.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20D315A-AF38-470B-B83C-3E53343DD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369C0871-2518-43A8-B035-284920759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6C6B5-5C3A-4C11-BB21-C0EFB656F8D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13707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BE29292-DBEE-457F-8C68-E759131FD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CAA6BF8-884B-4018-8F3F-760136BCDD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C30AC517-3E25-48B1-BFA6-C83343C2D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BE1C6-75EC-4499-9A91-7675C3082B65}" type="datetimeFigureOut">
              <a:rPr lang="hu-HU" smtClean="0"/>
              <a:t>2025. 11. 05.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2B7BEEE6-906D-4F5E-B7F7-C7E4A23D4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F57B4067-47BF-4294-8DE9-86A51F807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6C6B5-5C3A-4C11-BB21-C0EFB656F8D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98187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2856254-45C9-4EE4-A7D9-AAF96E924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82194D8D-A84A-4886-9DEA-AC9EF60D29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CBAEE85-FCCA-46AA-9CF7-C8DC3F547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BE1C6-75EC-4499-9A91-7675C3082B65}" type="datetimeFigureOut">
              <a:rPr lang="hu-HU" smtClean="0"/>
              <a:t>2025. 11. 05.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3E8A377E-C6B7-47A5-875D-83EE88227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58B8084E-56AF-4E89-A71B-6DF00AAB6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6C6B5-5C3A-4C11-BB21-C0EFB656F8D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61986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D7031A5-1525-424A-9241-67CD01DEC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D7C6884-2C37-4A75-97A3-B2B8CA9E6F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5F7AC5DD-4493-44E3-A4FF-0D17D6061D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92F70E9B-AB07-4FBB-8360-2938152FA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BE1C6-75EC-4499-9A91-7675C3082B65}" type="datetimeFigureOut">
              <a:rPr lang="hu-HU" smtClean="0"/>
              <a:t>2025. 11. 05.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483F7140-FFE4-495B-8ABF-2774FA9D0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9816967A-9E54-48A9-9EDE-D3F5238E3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6C6B5-5C3A-4C11-BB21-C0EFB656F8D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34788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245E156-9069-4EE0-9FA3-A83539EDF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CDB2F9E5-7B07-4A23-B725-24C1E167FC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1EA5FDEB-9830-46C2-A7EE-EE50CD6542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491468A6-CDBA-4276-AB78-44E518C2EB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70D5AC62-F875-492C-908C-4765969416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B19EE7E0-CA01-44BF-8E9B-9BD202B96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BE1C6-75EC-4499-9A91-7675C3082B65}" type="datetimeFigureOut">
              <a:rPr lang="hu-HU" smtClean="0"/>
              <a:t>2025. 11. 05.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877D8EFB-C3F3-4EA4-B0AB-FEF25EDA9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C0372738-DF0C-4432-80B4-20A118048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6C6B5-5C3A-4C11-BB21-C0EFB656F8D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8292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6073204-F837-4769-96A3-16C2CE27F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E5560544-0738-4AD0-94F6-A697CDF59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BE1C6-75EC-4499-9A91-7675C3082B65}" type="datetimeFigureOut">
              <a:rPr lang="hu-HU" smtClean="0"/>
              <a:t>2025. 11. 05.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82C43508-6945-4611-8021-6D5D80004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75EBDBA8-CEEB-4991-988A-AE08137B1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6C6B5-5C3A-4C11-BB21-C0EFB656F8D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874012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C2914E5E-0CC4-4999-93A1-DA75B73A9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BE1C6-75EC-4499-9A91-7675C3082B65}" type="datetimeFigureOut">
              <a:rPr lang="hu-HU" smtClean="0"/>
              <a:t>2025. 11. 05.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0127B6D6-3FA6-4C52-A8D1-89B8D8F07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64C12B3C-11CF-46C6-B87C-0AE46297F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6C6B5-5C3A-4C11-BB21-C0EFB656F8D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06765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180D45F-6E75-4A7E-8587-9FAC9CFBC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FF0D9FC-92EF-44C6-BC86-421733CD4E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704C2F25-D628-4CB6-AC89-05C77EF1A2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80FBCAEC-CD72-42AB-8C00-0BB260C93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BE1C6-75EC-4499-9A91-7675C3082B65}" type="datetimeFigureOut">
              <a:rPr lang="hu-HU" smtClean="0"/>
              <a:t>2025. 11. 05.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F1B163DE-3852-471B-AED3-5E8B86B77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0B26B356-54E9-4373-BB5C-1CAB9EBDE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6C6B5-5C3A-4C11-BB21-C0EFB656F8D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5371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C8620EA-92FC-4DD6-88A3-D1840A390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5EE75613-623A-45EC-909F-B324A25990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77A4B901-388C-400A-97C3-1DB739906A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5CAC94A2-C4AE-443F-BCC0-438F3A4ED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BE1C6-75EC-4499-9A91-7675C3082B65}" type="datetimeFigureOut">
              <a:rPr lang="hu-HU" smtClean="0"/>
              <a:t>2025. 11. 05.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D5192B64-ECB5-4043-A254-6D07239A4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0F5E77AD-CF76-44CB-AE9B-5700A73D6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6C6B5-5C3A-4C11-BB21-C0EFB656F8D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766477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6D362B9-0C56-4BC8-B30E-94E7CCB76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BBF3C8CD-0E14-4EE6-BDCD-0BC1D2901F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9494BF88-4FAA-475A-AA7A-DC188702D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BE1C6-75EC-4499-9A91-7675C3082B65}" type="datetimeFigureOut">
              <a:rPr lang="hu-HU" smtClean="0"/>
              <a:t>2025. 11. 05.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17BC6314-8ABF-445B-A022-7FB6C3063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359B771-F94F-48E2-9316-B763427A6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6C6B5-5C3A-4C11-BB21-C0EFB656F8D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29017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C1CF4682-DABD-4353-ABEA-115E50C909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0DF3E3BF-4242-4C76-861A-038EAFB488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8FC0730D-9D2B-4577-8CB2-5369A6DC1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BE1C6-75EC-4499-9A91-7675C3082B65}" type="datetimeFigureOut">
              <a:rPr lang="hu-HU" smtClean="0"/>
              <a:t>2025. 11. 05.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83849248-DED9-4967-AF22-18486C278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507ABB5-7A40-4771-A54E-12F87821B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6C6B5-5C3A-4C11-BB21-C0EFB656F8D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44451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5EDEB260-1D90-4101-A34E-B7803D04F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59F329A3-8944-49E8-83FC-43DD2B811D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C1C02EC6-070F-4EAC-A9CC-3F43DDBF38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EBE1C6-75EC-4499-9A91-7675C3082B65}" type="datetimeFigureOut">
              <a:rPr lang="hu-HU" smtClean="0"/>
              <a:t>2025. 11. 05.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54A32851-E71D-4DC1-8D92-0C7C81D57D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E33D77C2-DC7C-4F7B-9400-E1655DACC7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96C6B5-5C3A-4C11-BB21-C0EFB656F8D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54789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652E47D-8E06-45D7-998E-BEF1F241AF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 err="1"/>
              <a:t>Netanor</a:t>
            </a:r>
            <a:r>
              <a:rPr lang="hu-HU" dirty="0"/>
              <a:t> Közös Vállalat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2309FAF3-65A3-4658-9FEF-9972282EED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/>
              <a:t>13.C 1. csapat: Bodnár Márk, </a:t>
            </a:r>
            <a:r>
              <a:rPr lang="hu-HU" dirty="0" err="1"/>
              <a:t>Mitró</a:t>
            </a:r>
            <a:r>
              <a:rPr lang="hu-HU" dirty="0"/>
              <a:t> Norbert, </a:t>
            </a:r>
            <a:r>
              <a:rPr lang="hu-HU" dirty="0" err="1"/>
              <a:t>Albók</a:t>
            </a:r>
            <a:r>
              <a:rPr lang="hu-HU" dirty="0"/>
              <a:t> Eszter</a:t>
            </a:r>
          </a:p>
        </p:txBody>
      </p:sp>
    </p:spTree>
    <p:extLst>
      <p:ext uri="{BB962C8B-B14F-4D97-AF65-F5344CB8AC3E}">
        <p14:creationId xmlns:p14="http://schemas.microsoft.com/office/powerpoint/2010/main" val="425091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5E7908F-1A19-4EAA-859B-A4DF9C16E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vállalatról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63D2F7B-83D1-4EE8-9575-C515157AD7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97324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FB5CFE3-51A3-49B6-BD41-E07B434F9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projekt felosztása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5DD3797-B756-42B0-BC91-5511223A2E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634436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15BC537-8339-40BF-B79E-C3ECE5B5D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hálózat topológiája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C0C83DC-B5E7-44A8-A366-F1BFB2B7CF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289875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9A32FC6-C3F0-47D3-A9EE-B73917213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Szegedi telephely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E551D1A-E824-4D42-BC25-CB82A64A9D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164986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9B04559-BA39-40DB-8D11-2B0B01FF9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Győri telephely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7ACD4EC-E619-4925-ADD9-212D5AD72A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495889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0706393-5611-48C3-91D8-FFC9C7563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Miskolci telephely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78B9D87-D55B-4860-8BF8-CA36F5AFB6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55039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033D004-8415-42CE-BF64-960308BE9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Ipv4 címzések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51D5020-48A6-44AC-AD80-24CD209CFF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493419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7908997-D57F-4752-9151-256030486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Ipv6 címzések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9D8EAE2-BCFC-468D-B076-DA7CC28149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61564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D355D1B-F926-469F-9FB2-65D53D949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DHCP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32776D5-37CD-4104-A686-CC339A0A2D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78604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6255902-19D6-41B4-913B-76F52E245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ACL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3FFCF1E-3742-4E76-81C1-3419A1DE1D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978231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5AD9F80-D899-4868-8C01-D26F3D6E9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OSPF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4FBEEDC-7D43-42F1-9CBB-5CC3330A76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220552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FE73CEB-5AAB-4C79-A992-D342E32B1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8FC7ED3-D1C8-49C6-BACE-191EDEAB1F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201863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</Words>
  <Application>Microsoft Office PowerPoint</Application>
  <PresentationFormat>Szélesvásznú</PresentationFormat>
  <Paragraphs>13</Paragraphs>
  <Slides>13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Office-téma</vt:lpstr>
      <vt:lpstr>Netanor Közös Vállalat</vt:lpstr>
      <vt:lpstr>A vállalatról</vt:lpstr>
      <vt:lpstr>A projekt felosztása</vt:lpstr>
      <vt:lpstr>A hálózat topológiája</vt:lpstr>
      <vt:lpstr>Szegedi telephely</vt:lpstr>
      <vt:lpstr>Győri telephely</vt:lpstr>
      <vt:lpstr>Miskolci telephely</vt:lpstr>
      <vt:lpstr>Ipv4 címzések</vt:lpstr>
      <vt:lpstr>Ipv6 címzések</vt:lpstr>
      <vt:lpstr>DHCP</vt:lpstr>
      <vt:lpstr>ACL</vt:lpstr>
      <vt:lpstr>OSPF</vt:lpstr>
      <vt:lpstr>PowerPoint-bemutató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Netanor Közös Vállalat</dc:title>
  <dc:creator>Bodnár Márk</dc:creator>
  <cp:lastModifiedBy>Bodnár Márk</cp:lastModifiedBy>
  <cp:revision>5</cp:revision>
  <dcterms:created xsi:type="dcterms:W3CDTF">2025-11-05T11:43:20Z</dcterms:created>
  <dcterms:modified xsi:type="dcterms:W3CDTF">2025-11-05T12:14:16Z</dcterms:modified>
</cp:coreProperties>
</file>