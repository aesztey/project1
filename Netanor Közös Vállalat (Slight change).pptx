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2CB44D-9F2C-43FD-AA7B-5B6F37822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502C66E-7E7E-4089-974A-8ADD17C11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A473895-70B0-4955-8EAF-31746ABB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20D315A-AF38-470B-B83C-3E53343D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69C0871-2518-43A8-B035-28492075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370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E29292-DBEE-457F-8C68-E759131F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AA6BF8-884B-4018-8F3F-760136BC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30AC517-3E25-48B1-BFA6-C83343C2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B7BEEE6-906D-4F5E-B7F7-C7E4A23D4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7B4067-47BF-4294-8DE9-86A51F80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18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856254-45C9-4EE4-A7D9-AAF96E92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2194D8D-A84A-4886-9DEA-AC9EF60D2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CBAEE85-FCCA-46AA-9CF7-C8DC3F547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E8A377E-C6B7-47A5-875D-83EE8822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8B8084E-56AF-4E89-A71B-6DF00AAB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198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7031A5-1525-424A-9241-67CD01DEC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7C6884-2C37-4A75-97A3-B2B8CA9E6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F7AC5DD-4493-44E3-A4FF-0D17D6061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2F70E9B-AB07-4FBB-8360-2938152F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83F7140-FFE4-495B-8ABF-2774FA9D0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816967A-9E54-48A9-9EDE-D3F5238E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4788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45E156-9069-4EE0-9FA3-A83539EDF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DB2F9E5-7B07-4A23-B725-24C1E167F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EA5FDEB-9830-46C2-A7EE-EE50CD654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91468A6-CDBA-4276-AB78-44E518C2E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0D5AC62-F875-492C-908C-476596941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19EE7E0-CA01-44BF-8E9B-9BD202B9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77D8EFB-C3F3-4EA4-B0AB-FEF25EDA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0372738-DF0C-4432-80B4-20A11804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292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073204-F837-4769-96A3-16C2CE27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5560544-0738-4AD0-94F6-A697CDF5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2C43508-6945-4611-8021-6D5D8000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5EBDBA8-CEEB-4991-988A-AE08137B1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7401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2914E5E-0CC4-4999-93A1-DA75B73A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127B6D6-3FA6-4C52-A8D1-89B8D8F07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4C12B3C-11CF-46C6-B87C-0AE46297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676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80D45F-6E75-4A7E-8587-9FAC9CFB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F0D9FC-92EF-44C6-BC86-421733CD4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04C2F25-D628-4CB6-AC89-05C77EF1A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0FBCAEC-CD72-42AB-8C00-0BB260C9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1B163DE-3852-471B-AED3-5E8B86B77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B26B356-54E9-4373-BB5C-1CAB9EBDE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37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8620EA-92FC-4DD6-88A3-D1840A390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EE75613-623A-45EC-909F-B324A2599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7A4B901-388C-400A-97C3-1DB739906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CAC94A2-C4AE-443F-BCC0-438F3A4E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5192B64-ECB5-4043-A254-6D07239A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F5E77AD-CF76-44CB-AE9B-5700A73D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6647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D362B9-0C56-4BC8-B30E-94E7CCB7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BF3C8CD-0E14-4EE6-BDCD-0BC1D2901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494BF88-4FAA-475A-AA7A-DC188702D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7BC6314-8ABF-445B-A022-7FB6C306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359B771-F94F-48E2-9316-B763427A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9017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1CF4682-DABD-4353-ABEA-115E50C909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DF3E3BF-4242-4C76-861A-038EAFB48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FC0730D-9D2B-4577-8CB2-5369A6DC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3849248-DED9-4967-AF22-18486C278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07ABB5-7A40-4771-A54E-12F87821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4451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EDEB260-1D90-4101-A34E-B7803D04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9F329A3-8944-49E8-83FC-43DD2B811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1C02EC6-070F-4EAC-A9CC-3F43DDBF3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BE1C6-75EC-4499-9A91-7675C3082B65}" type="datetimeFigureOut">
              <a:rPr lang="hu-HU" smtClean="0"/>
              <a:t>2025. 11. 06.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4A32851-E71D-4DC1-8D92-0C7C81D57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33D77C2-DC7C-4F7B-9400-E1655DACC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478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52E47D-8E06-45D7-998E-BEF1F241AF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Netanor</a:t>
            </a:r>
            <a:r>
              <a:rPr lang="hu-HU" dirty="0"/>
              <a:t> Közös Vállalat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309FAF3-65A3-4658-9FEF-9972282EED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13.C 1. csapat: Bodnár Márk, </a:t>
            </a:r>
            <a:r>
              <a:rPr lang="hu-HU" dirty="0" err="1"/>
              <a:t>Mitró</a:t>
            </a:r>
            <a:r>
              <a:rPr lang="hu-HU" dirty="0"/>
              <a:t> Norbert, </a:t>
            </a:r>
            <a:r>
              <a:rPr lang="hu-HU" dirty="0" err="1"/>
              <a:t>Albók</a:t>
            </a:r>
            <a:r>
              <a:rPr lang="hu-HU" dirty="0"/>
              <a:t> Eszter</a:t>
            </a:r>
          </a:p>
        </p:txBody>
      </p:sp>
    </p:spTree>
    <p:extLst>
      <p:ext uri="{BB962C8B-B14F-4D97-AF65-F5344CB8AC3E}">
        <p14:creationId xmlns:p14="http://schemas.microsoft.com/office/powerpoint/2010/main" val="425091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E7908F-1A19-4EAA-859B-A4DF9C16E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vállalatról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3D2F7B-83D1-4EE8-9575-C515157AD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Cégünk egy modern telekommunikációs vállalat, amely magas színvonalú mobil-, internet- és vezetékes szolgáltatásokat nyújt lakossági és üzleti ügyfelek számára. Célunk, hogy ügyfeleink számára gyors, megbízható és innovatív hálózati megoldásokat biztosítsunk, amelyek elősegítik a mindennapi kommunikációt és a digitális fejlődést.. </a:t>
            </a:r>
          </a:p>
        </p:txBody>
      </p:sp>
    </p:spTree>
    <p:extLst>
      <p:ext uri="{BB962C8B-B14F-4D97-AF65-F5344CB8AC3E}">
        <p14:creationId xmlns:p14="http://schemas.microsoft.com/office/powerpoint/2010/main" val="2297324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B5CFE3-51A3-49B6-BD41-E07B434F9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 mit csinált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5DD3797-B756-42B0-BC91-5511223A2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Bodnár Márk: PPT,</a:t>
            </a:r>
          </a:p>
          <a:p>
            <a:endParaRPr lang="hu-HU" dirty="0"/>
          </a:p>
          <a:p>
            <a:r>
              <a:rPr lang="hu-HU" dirty="0" err="1"/>
              <a:t>Mitró</a:t>
            </a:r>
            <a:r>
              <a:rPr lang="hu-HU" dirty="0"/>
              <a:t> Norbert: Topológia, HSRP, OSPF</a:t>
            </a:r>
          </a:p>
          <a:p>
            <a:endParaRPr lang="hu-HU" dirty="0"/>
          </a:p>
          <a:p>
            <a:r>
              <a:rPr lang="hu-HU" dirty="0" err="1"/>
              <a:t>Albók</a:t>
            </a:r>
            <a:r>
              <a:rPr lang="hu-HU" dirty="0"/>
              <a:t> Eszter: Word dokumentum,</a:t>
            </a:r>
          </a:p>
        </p:txBody>
      </p:sp>
    </p:spTree>
    <p:extLst>
      <p:ext uri="{BB962C8B-B14F-4D97-AF65-F5344CB8AC3E}">
        <p14:creationId xmlns:p14="http://schemas.microsoft.com/office/powerpoint/2010/main" val="246344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5BC537-8339-40BF-B79E-C3ECE5B5D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hálózat topológiája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C0C83DC-B5E7-44A8-A366-F1BFB2B7C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8987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A32FC6-C3F0-47D3-A9EE-B73917213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Szegedi telephely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551D1A-E824-4D42-BC25-CB82A64A9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6498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B04559-BA39-40DB-8D11-2B0B01FF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Győri telephely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7ACD4EC-E619-4925-ADD9-212D5AD72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9588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706393-5611-48C3-91D8-FFC9C7563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Miskolci telephely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78B9D87-D55B-4860-8BF8-CA36F5AFB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503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33D004-8415-42CE-BF64-960308BE9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Ipv4 címzések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E45FE68D-4C89-4030-BA41-0E57C8802C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2329945"/>
              </p:ext>
            </p:extLst>
          </p:nvPr>
        </p:nvGraphicFramePr>
        <p:xfrm>
          <a:off x="838199" y="1793288"/>
          <a:ext cx="6805474" cy="30656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0794">
                  <a:extLst>
                    <a:ext uri="{9D8B030D-6E8A-4147-A177-3AD203B41FA5}">
                      <a16:colId xmlns:a16="http://schemas.microsoft.com/office/drawing/2014/main" val="2742785358"/>
                    </a:ext>
                  </a:extLst>
                </a:gridCol>
                <a:gridCol w="1360794">
                  <a:extLst>
                    <a:ext uri="{9D8B030D-6E8A-4147-A177-3AD203B41FA5}">
                      <a16:colId xmlns:a16="http://schemas.microsoft.com/office/drawing/2014/main" val="1092526115"/>
                    </a:ext>
                  </a:extLst>
                </a:gridCol>
                <a:gridCol w="1360794">
                  <a:extLst>
                    <a:ext uri="{9D8B030D-6E8A-4147-A177-3AD203B41FA5}">
                      <a16:colId xmlns:a16="http://schemas.microsoft.com/office/drawing/2014/main" val="1544315494"/>
                    </a:ext>
                  </a:extLst>
                </a:gridCol>
                <a:gridCol w="1361546">
                  <a:extLst>
                    <a:ext uri="{9D8B030D-6E8A-4147-A177-3AD203B41FA5}">
                      <a16:colId xmlns:a16="http://schemas.microsoft.com/office/drawing/2014/main" val="3580561244"/>
                    </a:ext>
                  </a:extLst>
                </a:gridCol>
                <a:gridCol w="1361546">
                  <a:extLst>
                    <a:ext uri="{9D8B030D-6E8A-4147-A177-3AD203B41FA5}">
                      <a16:colId xmlns:a16="http://schemas.microsoft.com/office/drawing/2014/main" val="1603833129"/>
                    </a:ext>
                  </a:extLst>
                </a:gridCol>
              </a:tblGrid>
              <a:tr h="6549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Helyszín/Alhálózat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Hálózati cím (pl. Subnet)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Alapértelmezett átjáró (Router interfész)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DHCP tartomány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Megjegyzés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4089921"/>
                  </a:ext>
                </a:extLst>
              </a:tr>
              <a:tr h="4333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Győr (LAN)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192.168.198.0/26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dirty="0">
                          <a:effectLst/>
                        </a:rPr>
                        <a:t>192.168.198.64/26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dirty="0">
                          <a:effectLst/>
                        </a:rPr>
                        <a:t>192.168.198.128/26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dirty="0">
                          <a:effectLst/>
                        </a:rPr>
                        <a:t>192.168.198.192/26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192.168.100.1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192.168.100.10 - .50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A kliensek alhálózata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3911847"/>
                  </a:ext>
                </a:extLst>
              </a:tr>
              <a:tr h="4333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Budapest - R2R Link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20.20.20.0/30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Router interféssz címek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N/A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Győr és Miskolc router közötti link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1522955"/>
                  </a:ext>
                </a:extLst>
              </a:tr>
              <a:tr h="6549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Szeged (Server farm)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192.168.199.0/25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dirty="0">
                          <a:effectLst/>
                        </a:rPr>
                        <a:t>192.168.199.128/25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N/A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N/A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Pl. Server0 és Server1 alhálózata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2394089"/>
                  </a:ext>
                </a:extLst>
              </a:tr>
              <a:tr h="4333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Miskolc (Vezeték nélküli)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192.168.200.0/24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192.168.200.1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Router DHCP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Okostelefon alhálózata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753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341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908997-D57F-4752-9151-256030486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Ipv6 címzések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9D8EAE2-BCFC-468D-B076-DA7CC2814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156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355D1B-F926-469F-9FB2-65D53D94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DHCP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2776D5-37CD-4104-A686-CC339A0A2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860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255902-19D6-41B4-913B-76F52E245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ACL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3FFCF1E-3742-4E76-81C1-3419A1DE1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7823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AD9F80-D899-4868-8C01-D26F3D6E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OSPF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4FBEEDC-7D43-42F1-9CBB-5CC3330A7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2055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E73CEB-5AAB-4C79-A992-D342E32B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FC7ED3-D1C8-49C6-BACE-191EDEAB1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0186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Szélesvásznú</PresentationFormat>
  <Paragraphs>48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Office-téma</vt:lpstr>
      <vt:lpstr>Netanor Közös Vállalat</vt:lpstr>
      <vt:lpstr>A vállalatról</vt:lpstr>
      <vt:lpstr>Ki mit csinált</vt:lpstr>
      <vt:lpstr>A hálózat topológiája</vt:lpstr>
      <vt:lpstr>Szegedi telephely</vt:lpstr>
      <vt:lpstr>Győri telephely</vt:lpstr>
      <vt:lpstr>Miskolci telephely</vt:lpstr>
      <vt:lpstr>Ipv4 címzések</vt:lpstr>
      <vt:lpstr>Ipv6 címzések</vt:lpstr>
      <vt:lpstr>DHCP</vt:lpstr>
      <vt:lpstr>ACL</vt:lpstr>
      <vt:lpstr>OSPF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Netanor Közös Vállalat</dc:title>
  <dc:creator>Bodnár Márk</dc:creator>
  <cp:lastModifiedBy>Bodnár Márk</cp:lastModifiedBy>
  <cp:revision>11</cp:revision>
  <dcterms:created xsi:type="dcterms:W3CDTF">2025-11-05T11:43:20Z</dcterms:created>
  <dcterms:modified xsi:type="dcterms:W3CDTF">2025-11-06T12:26:46Z</dcterms:modified>
</cp:coreProperties>
</file>